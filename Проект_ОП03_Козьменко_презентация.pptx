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rels" ContentType="application/vnd.openxmlformats-package.relationships+xml"/>
  <Default Extension="png" ContentType="image/png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3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73" autoAdjust="0"/>
    <p:restoredTop sz="94660"/>
  </p:normalViewPr>
  <p:slideViewPr>
    <p:cSldViewPr snapToGrid="0">
      <p:cViewPr varScale="1">
        <p:scale>
          <a:sx n="89" d="100"/>
          <a:sy n="89" d="100"/>
        </p:scale>
        <p:origin x="114" y="324"/>
      </p:cViewPr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slide" Target="slides/slide8.xml"/><Relationship Id="rId11" Type="http://schemas.openxmlformats.org/officeDocument/2006/relationships/tableStyles" Target="tableStyles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полнитель верхнего колонтитула 1"/>
          <p:cNvSpPr>
            <a:spLocks noGrp="1" noEditPoints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  <a:p>
            <a:endParaRPr lang="en-US"/>
          </a:p>
        </p:txBody>
      </p:sp>
      <p:sp>
        <p:nvSpPr>
          <p:cNvPr id="3" name="Заполнитель даты 2"/>
          <p:cNvSpPr>
            <a:spLocks noGrp="1" noEditPoints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C65799-C03B-411F-A477-9B16391E4EE2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4" name="Заполнитель изображения слайда 3"/>
          <p:cNvSpPr>
            <a:spLocks noGrp="1" noRot="1" noChangeAspect="1" noEditPoints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  <a:p>
            <a:endParaRPr lang="en-US"/>
          </a:p>
        </p:txBody>
      </p:sp>
      <p:sp>
        <p:nvSpPr>
          <p:cNvPr id="5" name="Заполнитель заметок 4"/>
          <p:cNvSpPr>
            <a:spLocks noGrp="1" noEditPoints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altLang="en-US"/>
              <a:t>Щелкните для изменения стиля основного текста</a:t>
            </a:r>
          </a:p>
          <a:p>
            <a:pPr lvl="1"/>
            <a:r>
              <a:rPr lang="ru-RU" altLang="en-US"/>
              <a:t>Второй уровень</a:t>
            </a:r>
          </a:p>
          <a:p>
            <a:pPr lvl="2"/>
            <a:r>
              <a:rPr lang="ru-RU" altLang="en-US"/>
              <a:t>Третий уровень</a:t>
            </a:r>
          </a:p>
          <a:p>
            <a:pPr lvl="3"/>
            <a:r>
              <a:rPr lang="ru-RU" altLang="en-US"/>
              <a:t>Четвертый уровень</a:t>
            </a:r>
          </a:p>
          <a:p>
            <a:pPr lvl="4"/>
            <a:r>
              <a:rPr lang="ru-RU" altLang="en-US"/>
              <a:t>Пятый уровень</a:t>
            </a:r>
          </a:p>
        </p:txBody>
      </p:sp>
      <p:sp>
        <p:nvSpPr>
          <p:cNvPr id="6" name="Заполнитель нижнего колонтитула 5"/>
          <p:cNvSpPr>
            <a:spLocks noGrp="1" noEditPoints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altLang="en-US"/>
          </a:p>
        </p:txBody>
      </p:sp>
      <p:sp>
        <p:nvSpPr>
          <p:cNvPr id="7" name="Заполнитель номера слайда 6"/>
          <p:cNvSpPr>
            <a:spLocks noGrp="1" noEditPoints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CCBCCC-2AD8-4AC4-964B-04B11F294350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 sldNum="0"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полнитель изображения слайда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Заполнитель текста 2"/>
          <p:cNvSpPr>
            <a:spLocks noGrp="1" noEditPoints="1"/>
          </p:cNvSpPr>
          <p:nvPr>
            <p:ph type="body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Заполнитель номера слайда 3"/>
          <p:cNvSpPr>
            <a:spLocks noGrp="1" noEditPoints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fld id="{E4C2DA75-E6BF-4D19-A701-3F2AF9012E0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полнитель изображения слайда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Заполнитель текста 2"/>
          <p:cNvSpPr>
            <a:spLocks noGrp="1" noEditPoints="1"/>
          </p:cNvSpPr>
          <p:nvPr>
            <p:ph type="body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Заполнитель номера слайда 3"/>
          <p:cNvSpPr>
            <a:spLocks noGrp="1" noEditPoints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fld id="{B841433A-D0C2-48F4-8977-85BBC76BB41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полнитель изображения слайда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Заполнитель текста 2"/>
          <p:cNvSpPr>
            <a:spLocks noGrp="1" noEditPoints="1"/>
          </p:cNvSpPr>
          <p:nvPr>
            <p:ph type="body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Заполнитель номера слайда 3"/>
          <p:cNvSpPr>
            <a:spLocks noGrp="1" noEditPoints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fld id="{EFC34362-A12F-4348-9FD5-135D45B9105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полнитель изображения слайда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Заполнитель текста 2"/>
          <p:cNvSpPr>
            <a:spLocks noGrp="1" noEditPoints="1"/>
          </p:cNvSpPr>
          <p:nvPr>
            <p:ph type="body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Заполнитель номера слайда 3"/>
          <p:cNvSpPr>
            <a:spLocks noGrp="1" noEditPoints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fld id="{594F62F9-C68D-42E0-9E50-1015DB15052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полнитель изображения слайда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Заполнитель текста 2"/>
          <p:cNvSpPr>
            <a:spLocks noGrp="1" noEditPoints="1"/>
          </p:cNvSpPr>
          <p:nvPr>
            <p:ph type="body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Заполнитель номера слайда 3"/>
          <p:cNvSpPr>
            <a:spLocks noGrp="1" noEditPoints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fld id="{2C390290-073C-4F21-BED8-5CA3A42C4A9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полнитель изображения слайда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Заполнитель текста 2"/>
          <p:cNvSpPr>
            <a:spLocks noGrp="1" noEditPoints="1"/>
          </p:cNvSpPr>
          <p:nvPr>
            <p:ph type="body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Заполнитель номера слайда 3"/>
          <p:cNvSpPr>
            <a:spLocks noGrp="1" noEditPoints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fld id="{E28E744E-6569-47EF-868B-AC9E01D8D91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полнитель изображения слайда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Заполнитель текста 2"/>
          <p:cNvSpPr>
            <a:spLocks noGrp="1" noEditPoints="1"/>
          </p:cNvSpPr>
          <p:nvPr>
            <p:ph type="body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Заполнитель номера слайда 3"/>
          <p:cNvSpPr>
            <a:spLocks noGrp="1" noEditPoints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fld id="{A892CD45-7FCB-4D00-AF0B-FF4196A5139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полнитель изображения слайда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Заполнитель текста 2"/>
          <p:cNvSpPr>
            <a:spLocks noGrp="1" noEditPoints="1"/>
          </p:cNvSpPr>
          <p:nvPr>
            <p:ph type="body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Заполнитель номера слайда 3"/>
          <p:cNvSpPr>
            <a:spLocks noGrp="1" noEditPoints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fld id="{1A18E699-AC34-42E3-9E97-E69165413E1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азвание 1"/>
          <p:cNvSpPr>
            <a:spLocks noGrp="1" noEditPoints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altLang="en-US"/>
              <a:t>Щелкните для изменения стиля основного заголовка</a:t>
            </a:r>
          </a:p>
        </p:txBody>
      </p:sp>
      <p:sp>
        <p:nvSpPr>
          <p:cNvPr id="3" name="Подзаголовок 2"/>
          <p:cNvSpPr>
            <a:spLocks noGrp="1" noEditPoints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ru-RU" altLang="en-US"/>
              <a:t>Щелкните для изменения стиля основного подзаголовка</a:t>
            </a:r>
          </a:p>
        </p:txBody>
      </p:sp>
      <p:sp>
        <p:nvSpPr>
          <p:cNvPr id="4" name="Заполнитель даты 3"/>
          <p:cNvSpPr>
            <a:spLocks noGrp="1" noEditPoints="1"/>
          </p:cNvSpPr>
          <p:nvPr>
            <p:ph type="dt" sz="half" idx="10"/>
          </p:nvPr>
        </p:nvSpPr>
        <p:spPr/>
        <p:txBody>
          <a:bodyPr/>
          <a:lstStyle/>
          <a:p>
            <a:fld id="{71FD7FF2-845F-41B9-944F-35B90659B7D6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Заполнитель нижнего колонтитула 4"/>
          <p:cNvSpPr>
            <a:spLocks noGrp="1" noEditPoints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altLang="en-US"/>
          </a:p>
        </p:txBody>
      </p:sp>
      <p:sp>
        <p:nvSpPr>
          <p:cNvPr id="6" name="Заполнитель номера слайда 5"/>
          <p:cNvSpPr>
            <a:spLocks noGrp="1" noEditPoints="1"/>
          </p:cNvSpPr>
          <p:nvPr>
            <p:ph type="sldNum" sz="quarter" idx="12"/>
          </p:nvPr>
        </p:nvSpPr>
        <p:spPr/>
        <p:txBody>
          <a:bodyPr/>
          <a:lstStyle/>
          <a:p>
            <a:fld id="{707E345D-6FE0-4977-A3DF-5875ED8E59A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dt="0" sldNum="0" hdr="0" ft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Название и контен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азвание 1"/>
          <p:cNvSpPr>
            <a:spLocks noGrp="1" noEditPoints="1"/>
          </p:cNvSpPr>
          <p:nvPr>
            <p:ph type="title"/>
          </p:nvPr>
        </p:nvSpPr>
        <p:spPr/>
        <p:txBody>
          <a:bodyPr/>
          <a:lstStyle/>
          <a:p>
            <a:r>
              <a:rPr lang="ru-RU" altLang="en-US"/>
              <a:t>Щелкните для изменения стиля основного заголовка</a:t>
            </a:r>
          </a:p>
        </p:txBody>
      </p:sp>
      <p:sp>
        <p:nvSpPr>
          <p:cNvPr id="3" name="Заполнитель контента 2"/>
          <p:cNvSpPr>
            <a:spLocks noGrp="1" noEditPoints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altLang="en-US"/>
              <a:t>Щелкните для изменения стиля основного текста</a:t>
            </a:r>
          </a:p>
          <a:p>
            <a:pPr lvl="1"/>
            <a:r>
              <a:rPr lang="ru-RU" altLang="en-US"/>
              <a:t>Второй уровень</a:t>
            </a:r>
          </a:p>
          <a:p>
            <a:pPr lvl="2"/>
            <a:r>
              <a:rPr lang="ru-RU" altLang="en-US"/>
              <a:t>Третий уровень</a:t>
            </a:r>
          </a:p>
          <a:p>
            <a:pPr lvl="3"/>
            <a:r>
              <a:rPr lang="ru-RU" altLang="en-US"/>
              <a:t>Четвертый уровень</a:t>
            </a:r>
          </a:p>
          <a:p>
            <a:pPr lvl="4"/>
            <a:r>
              <a:rPr lang="ru-RU" altLang="en-US"/>
              <a:t>Пятый уровень</a:t>
            </a:r>
          </a:p>
        </p:txBody>
      </p:sp>
      <p:sp>
        <p:nvSpPr>
          <p:cNvPr id="4" name="Заполнитель даты 3"/>
          <p:cNvSpPr>
            <a:spLocks noGrp="1" noEditPoints="1"/>
          </p:cNvSpPr>
          <p:nvPr>
            <p:ph type="dt" sz="half" idx="10"/>
          </p:nvPr>
        </p:nvSpPr>
        <p:spPr/>
        <p:txBody>
          <a:bodyPr/>
          <a:lstStyle/>
          <a:p>
            <a:fld id="{71FD7FF2-845F-41B9-944F-35B90659B7D6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Заполнитель нижнего колонтитула 4"/>
          <p:cNvSpPr>
            <a:spLocks noGrp="1" noEditPoints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altLang="en-US"/>
          </a:p>
        </p:txBody>
      </p:sp>
      <p:sp>
        <p:nvSpPr>
          <p:cNvPr id="6" name="Заполнитель номера слайда 5"/>
          <p:cNvSpPr>
            <a:spLocks noGrp="1" noEditPoints="1"/>
          </p:cNvSpPr>
          <p:nvPr>
            <p:ph type="sldNum" sz="quarter" idx="12"/>
          </p:nvPr>
        </p:nvSpPr>
        <p:spPr/>
        <p:txBody>
          <a:bodyPr/>
          <a:lstStyle/>
          <a:p>
            <a:fld id="{707E345D-6FE0-4977-A3DF-5875ED8E59A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dt="0" sldNum="0"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азвание 1"/>
          <p:cNvSpPr>
            <a:spLocks noGrp="1" noEditPoints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altLang="en-US"/>
              <a:t>Щелкните для изменения стиля основного заголовка</a:t>
            </a:r>
          </a:p>
        </p:txBody>
      </p:sp>
      <p:sp>
        <p:nvSpPr>
          <p:cNvPr id="3" name="Заполнитель текста 2"/>
          <p:cNvSpPr>
            <a:spLocks noGrp="1" noEditPoints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altLang="en-US"/>
              <a:t>Щелкните для изменения стиля основного текста</a:t>
            </a:r>
          </a:p>
        </p:txBody>
      </p:sp>
      <p:sp>
        <p:nvSpPr>
          <p:cNvPr id="4" name="Заполнитель даты 3"/>
          <p:cNvSpPr>
            <a:spLocks noGrp="1" noEditPoints="1"/>
          </p:cNvSpPr>
          <p:nvPr>
            <p:ph type="dt" sz="half" idx="10"/>
          </p:nvPr>
        </p:nvSpPr>
        <p:spPr/>
        <p:txBody>
          <a:bodyPr/>
          <a:lstStyle/>
          <a:p>
            <a:fld id="{71FD7FF2-845F-41B9-944F-35B90659B7D6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Заполнитель нижнего колонтитула 4"/>
          <p:cNvSpPr>
            <a:spLocks noGrp="1" noEditPoints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altLang="en-US"/>
          </a:p>
        </p:txBody>
      </p:sp>
      <p:sp>
        <p:nvSpPr>
          <p:cNvPr id="6" name="Заполнитель номера слайда 5"/>
          <p:cNvSpPr>
            <a:spLocks noGrp="1" noEditPoints="1"/>
          </p:cNvSpPr>
          <p:nvPr>
            <p:ph type="sldNum" sz="quarter" idx="12"/>
          </p:nvPr>
        </p:nvSpPr>
        <p:spPr/>
        <p:txBody>
          <a:bodyPr/>
          <a:lstStyle/>
          <a:p>
            <a:fld id="{707E345D-6FE0-4977-A3DF-5875ED8E59A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dt="0" sldNum="0" hdr="0" ft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контен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азвание 1"/>
          <p:cNvSpPr>
            <a:spLocks noGrp="1" noEditPoints="1"/>
          </p:cNvSpPr>
          <p:nvPr>
            <p:ph type="title"/>
          </p:nvPr>
        </p:nvSpPr>
        <p:spPr/>
        <p:txBody>
          <a:bodyPr/>
          <a:lstStyle/>
          <a:p>
            <a:r>
              <a:rPr lang="ru-RU" altLang="en-US"/>
              <a:t>Щелкните для изменения стиля основного заголовка</a:t>
            </a:r>
          </a:p>
        </p:txBody>
      </p:sp>
      <p:sp>
        <p:nvSpPr>
          <p:cNvPr id="3" name="Заполнитель контента 2"/>
          <p:cNvSpPr>
            <a:spLocks noGrp="1" noEditPoints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altLang="en-US"/>
              <a:t>Щелкните для изменения стиля основного текста</a:t>
            </a:r>
          </a:p>
          <a:p>
            <a:pPr lvl="1"/>
            <a:r>
              <a:rPr lang="ru-RU" altLang="en-US"/>
              <a:t>Второй уровень</a:t>
            </a:r>
          </a:p>
          <a:p>
            <a:pPr lvl="2"/>
            <a:r>
              <a:rPr lang="ru-RU" altLang="en-US"/>
              <a:t>Третий уровень</a:t>
            </a:r>
          </a:p>
          <a:p>
            <a:pPr lvl="3"/>
            <a:r>
              <a:rPr lang="ru-RU" altLang="en-US"/>
              <a:t>Четвертый уровень</a:t>
            </a:r>
          </a:p>
          <a:p>
            <a:pPr lvl="4"/>
            <a:r>
              <a:rPr lang="ru-RU" altLang="en-US"/>
              <a:t>Пятый уровень</a:t>
            </a:r>
          </a:p>
        </p:txBody>
      </p:sp>
      <p:sp>
        <p:nvSpPr>
          <p:cNvPr id="4" name="Заполнитель контента 3"/>
          <p:cNvSpPr>
            <a:spLocks noGrp="1" noEditPoints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altLang="en-US"/>
              <a:t>Щелкните для изменения стиля основного текста</a:t>
            </a:r>
          </a:p>
          <a:p>
            <a:pPr lvl="1"/>
            <a:r>
              <a:rPr lang="ru-RU" altLang="en-US"/>
              <a:t>Второй уровень</a:t>
            </a:r>
          </a:p>
          <a:p>
            <a:pPr lvl="2"/>
            <a:r>
              <a:rPr lang="ru-RU" altLang="en-US"/>
              <a:t>Третий уровень</a:t>
            </a:r>
          </a:p>
          <a:p>
            <a:pPr lvl="3"/>
            <a:r>
              <a:rPr lang="ru-RU" altLang="en-US"/>
              <a:t>Четвертый уровень</a:t>
            </a:r>
          </a:p>
          <a:p>
            <a:pPr lvl="4"/>
            <a:r>
              <a:rPr lang="ru-RU" altLang="en-US"/>
              <a:t>Пятый уровень</a:t>
            </a:r>
          </a:p>
        </p:txBody>
      </p:sp>
      <p:sp>
        <p:nvSpPr>
          <p:cNvPr id="5" name="Заполнитель даты 4"/>
          <p:cNvSpPr>
            <a:spLocks noGrp="1" noEditPoints="1"/>
          </p:cNvSpPr>
          <p:nvPr>
            <p:ph type="dt" sz="half" idx="10"/>
          </p:nvPr>
        </p:nvSpPr>
        <p:spPr/>
        <p:txBody>
          <a:bodyPr/>
          <a:lstStyle/>
          <a:p>
            <a:fld id="{71FD7FF2-845F-41B9-944F-35B90659B7D6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6" name="Заполнитель нижнего колонтитула 5"/>
          <p:cNvSpPr>
            <a:spLocks noGrp="1" noEditPoints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altLang="en-US"/>
          </a:p>
        </p:txBody>
      </p:sp>
      <p:sp>
        <p:nvSpPr>
          <p:cNvPr id="7" name="Заполнитель номера слайда 6"/>
          <p:cNvSpPr>
            <a:spLocks noGrp="1" noEditPoints="1"/>
          </p:cNvSpPr>
          <p:nvPr>
            <p:ph type="sldNum" sz="quarter" idx="12"/>
          </p:nvPr>
        </p:nvSpPr>
        <p:spPr/>
        <p:txBody>
          <a:bodyPr/>
          <a:lstStyle/>
          <a:p>
            <a:fld id="{707E345D-6FE0-4977-A3DF-5875ED8E59A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dt="0" sldNum="0" hdr="0" ft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азвание 1"/>
          <p:cNvSpPr>
            <a:spLocks noGrp="1" noEditPoints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altLang="en-US"/>
              <a:t>Щелкните для изменения стиля основного заголовка</a:t>
            </a:r>
          </a:p>
        </p:txBody>
      </p:sp>
      <p:sp>
        <p:nvSpPr>
          <p:cNvPr id="3" name="Заполнитель текста 2"/>
          <p:cNvSpPr>
            <a:spLocks noGrp="1" noEditPoints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altLang="en-US"/>
              <a:t>Щелкните для изменения стиля основного текста</a:t>
            </a:r>
          </a:p>
        </p:txBody>
      </p:sp>
      <p:sp>
        <p:nvSpPr>
          <p:cNvPr id="4" name="Заполнитель контента 3"/>
          <p:cNvSpPr>
            <a:spLocks noGrp="1" noEditPoints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altLang="en-US"/>
              <a:t>Щелкните для изменения стиля основного текста</a:t>
            </a:r>
          </a:p>
          <a:p>
            <a:pPr lvl="1"/>
            <a:r>
              <a:rPr lang="ru-RU" altLang="en-US"/>
              <a:t>Второй уровень</a:t>
            </a:r>
          </a:p>
          <a:p>
            <a:pPr lvl="2"/>
            <a:r>
              <a:rPr lang="ru-RU" altLang="en-US"/>
              <a:t>Третий уровень</a:t>
            </a:r>
          </a:p>
          <a:p>
            <a:pPr lvl="3"/>
            <a:r>
              <a:rPr lang="ru-RU" altLang="en-US"/>
              <a:t>Четвертый уровень</a:t>
            </a:r>
          </a:p>
          <a:p>
            <a:pPr lvl="4"/>
            <a:r>
              <a:rPr lang="ru-RU" altLang="en-US"/>
              <a:t>Пятый уровень</a:t>
            </a:r>
          </a:p>
        </p:txBody>
      </p:sp>
      <p:sp>
        <p:nvSpPr>
          <p:cNvPr id="5" name="Заполнитель текста 4"/>
          <p:cNvSpPr>
            <a:spLocks noGrp="1" noEditPoints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altLang="en-US"/>
              <a:t>Щелкните для изменения стиля основного текста</a:t>
            </a:r>
          </a:p>
        </p:txBody>
      </p:sp>
      <p:sp>
        <p:nvSpPr>
          <p:cNvPr id="6" name="Заполнитель контента 5"/>
          <p:cNvSpPr>
            <a:spLocks noGrp="1" noEditPoints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altLang="en-US"/>
              <a:t>Щелкните для изменения стиля основного текста</a:t>
            </a:r>
          </a:p>
          <a:p>
            <a:pPr lvl="1"/>
            <a:r>
              <a:rPr lang="ru-RU" altLang="en-US"/>
              <a:t>Второй уровень</a:t>
            </a:r>
          </a:p>
          <a:p>
            <a:pPr lvl="2"/>
            <a:r>
              <a:rPr lang="ru-RU" altLang="en-US"/>
              <a:t>Третий уровень</a:t>
            </a:r>
          </a:p>
          <a:p>
            <a:pPr lvl="3"/>
            <a:r>
              <a:rPr lang="ru-RU" altLang="en-US"/>
              <a:t>Четвертый уровень</a:t>
            </a:r>
          </a:p>
          <a:p>
            <a:pPr lvl="4"/>
            <a:r>
              <a:rPr lang="ru-RU" altLang="en-US"/>
              <a:t>Пятый уровень</a:t>
            </a:r>
          </a:p>
        </p:txBody>
      </p:sp>
      <p:sp>
        <p:nvSpPr>
          <p:cNvPr id="7" name="Заполнитель даты 6"/>
          <p:cNvSpPr>
            <a:spLocks noGrp="1" noEditPoints="1"/>
          </p:cNvSpPr>
          <p:nvPr>
            <p:ph type="dt" sz="half" idx="10"/>
          </p:nvPr>
        </p:nvSpPr>
        <p:spPr/>
        <p:txBody>
          <a:bodyPr/>
          <a:lstStyle/>
          <a:p>
            <a:fld id="{71FD7FF2-845F-41B9-944F-35B90659B7D6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8" name="Заполнитель нижнего колонтитула 7"/>
          <p:cNvSpPr>
            <a:spLocks noGrp="1" noEditPoints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altLang="en-US"/>
          </a:p>
        </p:txBody>
      </p:sp>
      <p:sp>
        <p:nvSpPr>
          <p:cNvPr id="9" name="Заполнитель номера слайда 8"/>
          <p:cNvSpPr>
            <a:spLocks noGrp="1" noEditPoints="1"/>
          </p:cNvSpPr>
          <p:nvPr>
            <p:ph type="sldNum" sz="quarter" idx="12"/>
          </p:nvPr>
        </p:nvSpPr>
        <p:spPr/>
        <p:txBody>
          <a:bodyPr/>
          <a:lstStyle/>
          <a:p>
            <a:fld id="{707E345D-6FE0-4977-A3DF-5875ED8E59A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dt="0" sldNum="0"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назва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азвание 1"/>
          <p:cNvSpPr>
            <a:spLocks noGrp="1" noEditPoints="1"/>
          </p:cNvSpPr>
          <p:nvPr>
            <p:ph type="title"/>
          </p:nvPr>
        </p:nvSpPr>
        <p:spPr/>
        <p:txBody>
          <a:bodyPr/>
          <a:lstStyle/>
          <a:p>
            <a:r>
              <a:rPr lang="ru-RU" altLang="en-US"/>
              <a:t>Щелкните для изменения стиля основного заголовка</a:t>
            </a:r>
          </a:p>
        </p:txBody>
      </p:sp>
      <p:sp>
        <p:nvSpPr>
          <p:cNvPr id="3" name="Заполнитель даты 2"/>
          <p:cNvSpPr>
            <a:spLocks noGrp="1" noEditPoints="1"/>
          </p:cNvSpPr>
          <p:nvPr>
            <p:ph type="dt" sz="half" idx="10"/>
          </p:nvPr>
        </p:nvSpPr>
        <p:spPr/>
        <p:txBody>
          <a:bodyPr/>
          <a:lstStyle/>
          <a:p>
            <a:fld id="{71FD7FF2-845F-41B9-944F-35B90659B7D6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4" name="Заполнитель нижнего колонтитула 3"/>
          <p:cNvSpPr>
            <a:spLocks noGrp="1" noEditPoints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altLang="en-US"/>
          </a:p>
        </p:txBody>
      </p:sp>
      <p:sp>
        <p:nvSpPr>
          <p:cNvPr id="5" name="Заполнитель номера слайда 4"/>
          <p:cNvSpPr>
            <a:spLocks noGrp="1" noEditPoints="1"/>
          </p:cNvSpPr>
          <p:nvPr>
            <p:ph type="sldNum" sz="quarter" idx="12"/>
          </p:nvPr>
        </p:nvSpPr>
        <p:spPr/>
        <p:txBody>
          <a:bodyPr/>
          <a:lstStyle/>
          <a:p>
            <a:fld id="{707E345D-6FE0-4977-A3DF-5875ED8E59A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dt="0" sldNum="0" hdr="0" ft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полнитель даты 1"/>
          <p:cNvSpPr>
            <a:spLocks noGrp="1" noEditPoints="1"/>
          </p:cNvSpPr>
          <p:nvPr>
            <p:ph type="dt" sz="half" idx="10"/>
          </p:nvPr>
        </p:nvSpPr>
        <p:spPr/>
        <p:txBody>
          <a:bodyPr/>
          <a:lstStyle/>
          <a:p>
            <a:fld id="{71FD7FF2-845F-41B9-944F-35B90659B7D6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3" name="Заполнитель нижнего колонтитула 2"/>
          <p:cNvSpPr>
            <a:spLocks noGrp="1" noEditPoints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altLang="en-US"/>
          </a:p>
        </p:txBody>
      </p:sp>
      <p:sp>
        <p:nvSpPr>
          <p:cNvPr id="4" name="Заполнитель номера слайда 3"/>
          <p:cNvSpPr>
            <a:spLocks noGrp="1" noEditPoints="1"/>
          </p:cNvSpPr>
          <p:nvPr>
            <p:ph type="sldNum" sz="quarter" idx="12"/>
          </p:nvPr>
        </p:nvSpPr>
        <p:spPr/>
        <p:txBody>
          <a:bodyPr/>
          <a:lstStyle/>
          <a:p>
            <a:fld id="{707E345D-6FE0-4977-A3DF-5875ED8E59A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dt="0" sldNum="0" hdr="0" ft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Контен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азвание 1"/>
          <p:cNvSpPr>
            <a:spLocks noGrp="1" noEditPoints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altLang="en-US"/>
              <a:t>Щелкните для изменения стиля основного заголовка</a:t>
            </a:r>
          </a:p>
        </p:txBody>
      </p:sp>
      <p:sp>
        <p:nvSpPr>
          <p:cNvPr id="3" name="Заполнитель контента 2"/>
          <p:cNvSpPr>
            <a:spLocks noGrp="1" noEditPoints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altLang="en-US"/>
              <a:t>Щелкните для изменения стиля основного текста</a:t>
            </a:r>
          </a:p>
          <a:p>
            <a:pPr lvl="1"/>
            <a:r>
              <a:rPr lang="ru-RU" altLang="en-US"/>
              <a:t>Второй уровень</a:t>
            </a:r>
          </a:p>
          <a:p>
            <a:pPr lvl="2"/>
            <a:r>
              <a:rPr lang="ru-RU" altLang="en-US"/>
              <a:t>Третий уровень</a:t>
            </a:r>
          </a:p>
          <a:p>
            <a:pPr lvl="3"/>
            <a:r>
              <a:rPr lang="ru-RU" altLang="en-US"/>
              <a:t>Четвертый уровень</a:t>
            </a:r>
          </a:p>
          <a:p>
            <a:pPr lvl="4"/>
            <a:r>
              <a:rPr lang="ru-RU" altLang="en-US"/>
              <a:t>Пятый уровень</a:t>
            </a:r>
          </a:p>
        </p:txBody>
      </p:sp>
      <p:sp>
        <p:nvSpPr>
          <p:cNvPr id="4" name="Заполнитель текста 3"/>
          <p:cNvSpPr>
            <a:spLocks noGrp="1" noEditPoints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altLang="en-US"/>
              <a:t>Щелкните для изменения стиля основного текста</a:t>
            </a:r>
          </a:p>
        </p:txBody>
      </p:sp>
      <p:sp>
        <p:nvSpPr>
          <p:cNvPr id="5" name="Заполнитель даты 4"/>
          <p:cNvSpPr>
            <a:spLocks noGrp="1" noEditPoints="1"/>
          </p:cNvSpPr>
          <p:nvPr>
            <p:ph type="dt" sz="half" idx="10"/>
          </p:nvPr>
        </p:nvSpPr>
        <p:spPr/>
        <p:txBody>
          <a:bodyPr/>
          <a:lstStyle/>
          <a:p>
            <a:fld id="{71FD7FF2-845F-41B9-944F-35B90659B7D6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6" name="Заполнитель нижнего колонтитула 5"/>
          <p:cNvSpPr>
            <a:spLocks noGrp="1" noEditPoints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altLang="en-US"/>
          </a:p>
        </p:txBody>
      </p:sp>
      <p:sp>
        <p:nvSpPr>
          <p:cNvPr id="7" name="Заполнитель номера слайда 6"/>
          <p:cNvSpPr>
            <a:spLocks noGrp="1" noEditPoints="1"/>
          </p:cNvSpPr>
          <p:nvPr>
            <p:ph type="sldNum" sz="quarter" idx="12"/>
          </p:nvPr>
        </p:nvSpPr>
        <p:spPr/>
        <p:txBody>
          <a:bodyPr/>
          <a:lstStyle/>
          <a:p>
            <a:fld id="{707E345D-6FE0-4977-A3DF-5875ED8E59A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dt="0" sldNum="0" hdr="0" ft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Изображение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азвание 1"/>
          <p:cNvSpPr>
            <a:spLocks noGrp="1" noEditPoints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altLang="en-US"/>
              <a:t>Щелкните для изменения стиля основного заголовка</a:t>
            </a:r>
          </a:p>
        </p:txBody>
      </p:sp>
      <p:sp>
        <p:nvSpPr>
          <p:cNvPr id="3" name="Заполнитель изображения 2"/>
          <p:cNvSpPr>
            <a:spLocks noGrp="1" noEditPoints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ru-RU" altLang="en-US"/>
              <a:t>Щелкните значок, чтобы добавить рисунок</a:t>
            </a:r>
          </a:p>
        </p:txBody>
      </p:sp>
      <p:sp>
        <p:nvSpPr>
          <p:cNvPr id="4" name="Заполнитель текста 3"/>
          <p:cNvSpPr>
            <a:spLocks noGrp="1" noEditPoints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altLang="en-US"/>
              <a:t>Щелкните для изменения стиля основного текста</a:t>
            </a:r>
          </a:p>
        </p:txBody>
      </p:sp>
      <p:sp>
        <p:nvSpPr>
          <p:cNvPr id="5" name="Заполнитель даты 4"/>
          <p:cNvSpPr>
            <a:spLocks noGrp="1" noEditPoints="1"/>
          </p:cNvSpPr>
          <p:nvPr>
            <p:ph type="dt" sz="half" idx="10"/>
          </p:nvPr>
        </p:nvSpPr>
        <p:spPr/>
        <p:txBody>
          <a:bodyPr/>
          <a:lstStyle/>
          <a:p>
            <a:fld id="{71FD7FF2-845F-41B9-944F-35B90659B7D6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6" name="Заполнитель нижнего колонтитула 5"/>
          <p:cNvSpPr>
            <a:spLocks noGrp="1" noEditPoints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altLang="en-US"/>
          </a:p>
        </p:txBody>
      </p:sp>
      <p:sp>
        <p:nvSpPr>
          <p:cNvPr id="7" name="Заполнитель номера слайда 6"/>
          <p:cNvSpPr>
            <a:spLocks noGrp="1" noEditPoints="1"/>
          </p:cNvSpPr>
          <p:nvPr>
            <p:ph type="sldNum" sz="quarter" idx="12"/>
          </p:nvPr>
        </p:nvSpPr>
        <p:spPr/>
        <p:txBody>
          <a:bodyPr/>
          <a:lstStyle/>
          <a:p>
            <a:fld id="{707E345D-6FE0-4977-A3DF-5875ED8E59A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dt="0" sldNum="0" hdr="0" ft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Название и текст по вертикал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азвание 1"/>
          <p:cNvSpPr>
            <a:spLocks noGrp="1" noEditPoints="1"/>
          </p:cNvSpPr>
          <p:nvPr>
            <p:ph type="title"/>
          </p:nvPr>
        </p:nvSpPr>
        <p:spPr/>
        <p:txBody>
          <a:bodyPr/>
          <a:lstStyle/>
          <a:p>
            <a:r>
              <a:rPr lang="ru-RU" altLang="en-US"/>
              <a:t>Щелкните для изменения стиля основного заголовка</a:t>
            </a:r>
          </a:p>
        </p:txBody>
      </p:sp>
      <p:sp>
        <p:nvSpPr>
          <p:cNvPr id="3" name="Заполнитель текста по вертикали 2"/>
          <p:cNvSpPr>
            <a:spLocks noGrp="1" noEditPoints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altLang="en-US"/>
              <a:t>Щелкните для изменения стиля основного текста</a:t>
            </a:r>
          </a:p>
          <a:p>
            <a:pPr lvl="1"/>
            <a:r>
              <a:rPr lang="ru-RU" altLang="en-US"/>
              <a:t>Второй уровень</a:t>
            </a:r>
          </a:p>
          <a:p>
            <a:pPr lvl="2"/>
            <a:r>
              <a:rPr lang="ru-RU" altLang="en-US"/>
              <a:t>Третий уровень</a:t>
            </a:r>
          </a:p>
          <a:p>
            <a:pPr lvl="3"/>
            <a:r>
              <a:rPr lang="ru-RU" altLang="en-US"/>
              <a:t>Четвертый уровень</a:t>
            </a:r>
          </a:p>
          <a:p>
            <a:pPr lvl="4"/>
            <a:r>
              <a:rPr lang="ru-RU" altLang="en-US"/>
              <a:t>Пятый уровень</a:t>
            </a:r>
          </a:p>
        </p:txBody>
      </p:sp>
      <p:sp>
        <p:nvSpPr>
          <p:cNvPr id="4" name="Заполнитель даты 3"/>
          <p:cNvSpPr>
            <a:spLocks noGrp="1" noEditPoints="1"/>
          </p:cNvSpPr>
          <p:nvPr>
            <p:ph type="dt" sz="half" idx="10"/>
          </p:nvPr>
        </p:nvSpPr>
        <p:spPr/>
        <p:txBody>
          <a:bodyPr/>
          <a:lstStyle/>
          <a:p>
            <a:fld id="{71FD7FF2-845F-41B9-944F-35B90659B7D6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Заполнитель нижнего колонтитула 4"/>
          <p:cNvSpPr>
            <a:spLocks noGrp="1" noEditPoints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altLang="en-US"/>
          </a:p>
        </p:txBody>
      </p:sp>
      <p:sp>
        <p:nvSpPr>
          <p:cNvPr id="6" name="Заполнитель номера слайда 5"/>
          <p:cNvSpPr>
            <a:spLocks noGrp="1" noEditPoints="1"/>
          </p:cNvSpPr>
          <p:nvPr>
            <p:ph type="sldNum" sz="quarter" idx="12"/>
          </p:nvPr>
        </p:nvSpPr>
        <p:spPr/>
        <p:txBody>
          <a:bodyPr/>
          <a:lstStyle/>
          <a:p>
            <a:fld id="{707E345D-6FE0-4977-A3DF-5875ED8E59A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dt="0" sldNum="0" hdr="0" ft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Название по вертикали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азвание 1"/>
          <p:cNvSpPr>
            <a:spLocks noGrp="1" noEditPoints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altLang="en-US"/>
              <a:t>Щелкните для изменения стиля основного заголовка</a:t>
            </a:r>
          </a:p>
        </p:txBody>
      </p:sp>
      <p:sp>
        <p:nvSpPr>
          <p:cNvPr id="3" name="Заполнитель текста по вертикали 2"/>
          <p:cNvSpPr>
            <a:spLocks noGrp="1" noEditPoints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altLang="en-US"/>
              <a:t>Щелкните для изменения стиля основного текста</a:t>
            </a:r>
          </a:p>
          <a:p>
            <a:pPr lvl="1"/>
            <a:r>
              <a:rPr lang="ru-RU" altLang="en-US"/>
              <a:t>Второй уровень</a:t>
            </a:r>
          </a:p>
          <a:p>
            <a:pPr lvl="2"/>
            <a:r>
              <a:rPr lang="ru-RU" altLang="en-US"/>
              <a:t>Третий уровень</a:t>
            </a:r>
          </a:p>
          <a:p>
            <a:pPr lvl="3"/>
            <a:r>
              <a:rPr lang="ru-RU" altLang="en-US"/>
              <a:t>Четвертый уровень</a:t>
            </a:r>
          </a:p>
          <a:p>
            <a:pPr lvl="4"/>
            <a:r>
              <a:rPr lang="ru-RU" altLang="en-US"/>
              <a:t>Пятый уровень</a:t>
            </a:r>
          </a:p>
        </p:txBody>
      </p:sp>
      <p:sp>
        <p:nvSpPr>
          <p:cNvPr id="4" name="Заполнитель даты 3"/>
          <p:cNvSpPr>
            <a:spLocks noGrp="1" noEditPoints="1"/>
          </p:cNvSpPr>
          <p:nvPr>
            <p:ph type="dt" sz="half" idx="10"/>
          </p:nvPr>
        </p:nvSpPr>
        <p:spPr/>
        <p:txBody>
          <a:bodyPr/>
          <a:lstStyle/>
          <a:p>
            <a:fld id="{71FD7FF2-845F-41B9-944F-35B90659B7D6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Заполнитель нижнего колонтитула 4"/>
          <p:cNvSpPr>
            <a:spLocks noGrp="1" noEditPoints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altLang="en-US"/>
          </a:p>
        </p:txBody>
      </p:sp>
      <p:sp>
        <p:nvSpPr>
          <p:cNvPr id="6" name="Заполнитель номера слайда 5"/>
          <p:cNvSpPr>
            <a:spLocks noGrp="1" noEditPoints="1"/>
          </p:cNvSpPr>
          <p:nvPr>
            <p:ph type="sldNum" sz="quarter" idx="12"/>
          </p:nvPr>
        </p:nvSpPr>
        <p:spPr/>
        <p:txBody>
          <a:bodyPr/>
          <a:lstStyle/>
          <a:p>
            <a:fld id="{707E345D-6FE0-4977-A3DF-5875ED8E59A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dt="0" sldNum="0" hdr="0" ftr="0"/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полнитель названия 1"/>
          <p:cNvSpPr>
            <a:spLocks noGrp="1" noEditPoints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altLang="en-US"/>
              <a:t>Щелкните для изменения стиля основного заголовка</a:t>
            </a:r>
          </a:p>
        </p:txBody>
      </p:sp>
      <p:sp>
        <p:nvSpPr>
          <p:cNvPr id="3" name="Заполнитель текста 2"/>
          <p:cNvSpPr>
            <a:spLocks noGrp="1" noEditPoints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altLang="en-US"/>
              <a:t>Щелкните для изменения стиля основного текста</a:t>
            </a:r>
          </a:p>
          <a:p>
            <a:pPr lvl="1"/>
            <a:r>
              <a:rPr lang="ru-RU" altLang="en-US"/>
              <a:t>Второй уровень</a:t>
            </a:r>
          </a:p>
          <a:p>
            <a:pPr lvl="2"/>
            <a:r>
              <a:rPr lang="ru-RU" altLang="en-US"/>
              <a:t>Третий уровень</a:t>
            </a:r>
          </a:p>
          <a:p>
            <a:pPr lvl="3"/>
            <a:r>
              <a:rPr lang="ru-RU" altLang="en-US"/>
              <a:t>Четвертый уровень</a:t>
            </a:r>
          </a:p>
          <a:p>
            <a:pPr lvl="4"/>
            <a:r>
              <a:rPr lang="ru-RU" altLang="en-US"/>
              <a:t>Пятый уровень</a:t>
            </a:r>
          </a:p>
        </p:txBody>
      </p:sp>
      <p:sp>
        <p:nvSpPr>
          <p:cNvPr id="4" name="Заполнитель даты 3"/>
          <p:cNvSpPr>
            <a:spLocks noGrp="1" noEditPoints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FD7FF2-845F-41B9-944F-35B90659B7D6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Заполнитель нижнего колонтитула 4"/>
          <p:cNvSpPr>
            <a:spLocks noGrp="1" noEditPoints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 altLang="en-US"/>
          </a:p>
        </p:txBody>
      </p:sp>
      <p:sp>
        <p:nvSpPr>
          <p:cNvPr id="6" name="Заполнитель номера слайда 5"/>
          <p:cNvSpPr>
            <a:spLocks noGrp="1" noEditPoints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7E345D-6FE0-4977-A3DF-5875ED8E59A8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itchFamily="34" charset="0" panose="020B0604020202020204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itchFamily="34" charset="0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itchFamily="34" charset="0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itchFamily="34" charset="0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itchFamily="34" charset="0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itchFamily="34" charset="0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itchFamily="34" charset="0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itchFamily="34" charset="0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itchFamily="34" charset="0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азвание 1"/>
          <p:cNvSpPr>
            <a:spLocks noGrp="1" noEditPoints="1"/>
          </p:cNvSpPr>
          <p:nvPr>
            <p:ph type="ctrTitle"/>
          </p:nvPr>
        </p:nvSpPr>
        <p:spPr>
          <a:xfrm>
            <a:off x="1524000" y="1122363"/>
            <a:ext cx="8220646" cy="1590158"/>
          </a:xfrm>
        </p:spPr>
        <p:txBody>
          <a:bodyPr/>
          <a:lstStyle/>
          <a:p>
            <a:pPr algn="just"/>
            <a:r>
              <a:rPr lang="ru-RU" sz="3200" b="1" i="0" u="none" strike="noStrike">
                <a:latin typeface="Calibri" panose="020F0502020204030204"/>
                <a:ea typeface="Calibri" panose="020F0502020204030204"/>
                <a:cs typeface="Calibri" panose="020F0502020204030204"/>
              </a:rPr>
              <a:t>Разработка игры «21 очко/BlackJack</a:t>
            </a:r>
            <a:endParaRPr lang="ru-RU" altLang="en-US" sz="3200" b="1" u="none"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" name="Подзаголовок 2"/>
          <p:cNvSpPr>
            <a:spLocks noGrp="1" noEditPoints="1"/>
          </p:cNvSpPr>
          <p:nvPr>
            <p:ph type="subTitle" idx="1"/>
          </p:nvPr>
        </p:nvSpPr>
        <p:spPr>
          <a:xfrm>
            <a:off x="6552081" y="2854961"/>
            <a:ext cx="4963725" cy="3133128"/>
          </a:xfrm>
        </p:spPr>
        <p:txBody>
          <a:bodyPr/>
          <a:lstStyle/>
          <a:p>
            <a:pPr marL="0" marR="0" indent="0" algn="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lang="ru-RU" sz="2400" b="0" i="0" u="none" strike="noStrike">
                <a:latin typeface="Calibri" panose="020F0502020204030204"/>
                <a:ea typeface="Calibri" panose="020F0502020204030204"/>
                <a:cs typeface="Calibri" panose="020F0502020204030204"/>
              </a:rPr>
              <a:t>Выполнила:</a:t>
            </a:r>
          </a:p>
          <a:p>
            <a:pPr marL="0" marR="0" indent="0" algn="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lang="ru-RU" sz="2400" b="0" i="0" u="none" strike="noStrike">
                <a:latin typeface="Calibri" panose="020F0502020204030204"/>
                <a:ea typeface="Calibri" panose="020F0502020204030204"/>
                <a:cs typeface="Calibri" panose="020F0502020204030204"/>
              </a:rPr>
              <a:t>Студентка 2 курса группы ИБ-41</a:t>
            </a:r>
          </a:p>
          <a:p>
            <a:pPr marL="0" marR="0" indent="0" algn="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lang="ru-RU" sz="2400" b="0" i="0" u="none" strike="noStrike">
                <a:latin typeface="Calibri" panose="020F0502020204030204"/>
                <a:ea typeface="Calibri" panose="020F0502020204030204"/>
                <a:cs typeface="Calibri" panose="020F0502020204030204"/>
              </a:rPr>
              <a:t>Козьменко Мария Алексеевна</a:t>
            </a:r>
          </a:p>
          <a:p>
            <a:pPr marL="0" marR="0" indent="0" algn="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lang="ru-RU" sz="2400" b="0" i="0" u="none" strike="noStrike">
                <a:latin typeface="Calibri" panose="020F0502020204030204"/>
                <a:ea typeface="Calibri" panose="020F0502020204030204"/>
                <a:cs typeface="Calibri" panose="020F0502020204030204"/>
              </a:rPr>
              <a:t>Руководитель:</a:t>
            </a:r>
          </a:p>
          <a:p>
            <a:pPr marL="0" marR="0" indent="0" algn="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lang="ru-RU" sz="2400" b="0" i="0" u="none" strike="noStrike">
                <a:latin typeface="Calibri" panose="020F0502020204030204"/>
                <a:ea typeface="Calibri" panose="020F0502020204030204"/>
                <a:cs typeface="Calibri" panose="020F0502020204030204"/>
              </a:rPr>
              <a:t>Преподаватель</a:t>
            </a:r>
          </a:p>
          <a:p>
            <a:pPr marL="0" marR="0" indent="0" algn="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lang="ru-RU" sz="2400" b="0" i="0" u="none" strike="noStrike">
                <a:latin typeface="Calibri" panose="020F0502020204030204"/>
                <a:ea typeface="Calibri" panose="020F0502020204030204"/>
                <a:cs typeface="Calibri" panose="020F0502020204030204"/>
              </a:rPr>
              <a:t>Липатникова Надежда Михайловна</a:t>
            </a:r>
            <a:endParaRPr lang="ru-RU" altLang="en-US"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4" name="Текст. поле 3"/>
          <p:cNvSpPr txBox="1"/>
          <p:nvPr/>
        </p:nvSpPr>
        <p:spPr>
          <a:xfrm>
            <a:off x="4108924" y="6127711"/>
            <a:ext cx="4440492" cy="4585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/>
              <a:t>Долгопрудный 2026</a:t>
            </a:r>
            <a:endParaRPr lang="en-US" sz="24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азвание 1"/>
          <p:cNvSpPr>
            <a:spLocks noGrp="1" noEditPoints="1"/>
          </p:cNvSpPr>
          <p:nvPr>
            <p:ph type="title"/>
          </p:nvPr>
        </p:nvSpPr>
        <p:spPr>
          <a:xfrm>
            <a:off x="838200" y="365125"/>
            <a:ext cx="4891536" cy="855492"/>
          </a:xfrm>
        </p:spPr>
        <p:txBody>
          <a:bodyPr/>
          <a:lstStyle/>
          <a:p>
            <a:r>
              <a:rPr sz="3200" b="1">
                <a:latin typeface="Calibri" panose="020F0502020204030204"/>
                <a:ea typeface="Calibri" panose="020F0502020204030204"/>
                <a:cs typeface="Calibri" panose="020F0502020204030204"/>
              </a:rPr>
              <a:t>Актуальность и проблема</a:t>
            </a:r>
          </a:p>
        </p:txBody>
      </p:sp>
      <p:sp>
        <p:nvSpPr>
          <p:cNvPr id="3" name="Заполнитель контента 2"/>
          <p:cNvSpPr>
            <a:spLocks noGrp="1" noEditPoints="1"/>
          </p:cNvSpPr>
          <p:nvPr>
            <p:ph idx="1"/>
          </p:nvPr>
        </p:nvSpPr>
        <p:spPr>
          <a:xfrm>
            <a:off x="838200" y="1825625"/>
            <a:ext cx="4460358" cy="4594766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ru-RU" sz="2200" u="sng"/>
              <a:t>Описание проблемы: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sz="2200"/>
              <a:t>Начинающие программисты испытывают трудности с практическим закреплением базовых конструкций Python из-за отсутствия простых, но целостных проектов, а пользователи консольных приложений лишены возможности быстрого и полностью бесплатного досуга без финансовых рисков, аналогичного классическим карточным играм.</a:t>
            </a:r>
          </a:p>
          <a:p>
            <a:pPr marL="0" indent="0">
              <a:lnSpc>
                <a:spcPct val="100000"/>
              </a:lnSpc>
              <a:buNone/>
            </a:pPr>
            <a:endParaRPr lang="ru-RU" sz="2200"/>
          </a:p>
          <a:p>
            <a:pPr marL="0" indent="0">
              <a:lnSpc>
                <a:spcPct val="100000"/>
              </a:lnSpc>
              <a:buNone/>
            </a:pPr>
            <a:endParaRPr lang="ru-RU" sz="2200"/>
          </a:p>
        </p:txBody>
      </p:sp>
      <p:sp>
        <p:nvSpPr>
          <p:cNvPr id="4" name="Текст. поле 3"/>
          <p:cNvSpPr txBox="1"/>
          <p:nvPr/>
        </p:nvSpPr>
        <p:spPr>
          <a:xfrm>
            <a:off x="5729736" y="1825625"/>
            <a:ext cx="3416409" cy="890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1000"/>
              </a:spcBef>
            </a:pPr>
            <a:r>
              <a:rPr lang="en-US" sz="2200" u="sng"/>
              <a:t>Целевая аудитория:</a:t>
            </a:r>
            <a:endParaRPr lang="ru-RU" sz="2200" u="sng"/>
          </a:p>
          <a:p>
            <a:pPr>
              <a:spcBef>
                <a:spcPts val="1000"/>
              </a:spcBef>
            </a:pPr>
            <a:r>
              <a:rPr lang="en-US" sz="2200"/>
              <a:t>молодые люди</a:t>
            </a:r>
            <a:r>
              <a:rPr lang="ru-RU" sz="2200"/>
              <a:t> (</a:t>
            </a:r>
            <a:r>
              <a:rPr lang="en-US" sz="2200"/>
              <a:t>18-30 лет</a:t>
            </a:r>
            <a:r>
              <a:rPr lang="ru-RU" sz="2200"/>
              <a:t>)</a:t>
            </a:r>
            <a:endParaRPr lang="en-US" sz="2200"/>
          </a:p>
        </p:txBody>
      </p:sp>
      <p:sp>
        <p:nvSpPr>
          <p:cNvPr id="5" name="Текст. поле 4"/>
          <p:cNvSpPr txBox="1"/>
          <p:nvPr/>
        </p:nvSpPr>
        <p:spPr>
          <a:xfrm>
            <a:off x="5729736" y="2932424"/>
            <a:ext cx="4460358" cy="32372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1000"/>
              </a:spcBef>
            </a:pPr>
            <a:r>
              <a:rPr lang="en-US" sz="2200" u="sng">
                <a:latin typeface="Calibri" panose="020F0502020204030204"/>
                <a:ea typeface="Calibri" panose="020F0502020204030204"/>
                <a:cs typeface="Calibri" panose="020F0502020204030204"/>
              </a:rPr>
              <a:t>Основная идея</a:t>
            </a:r>
            <a:r>
              <a:rPr lang="ru-RU" sz="2200" u="sng">
                <a:latin typeface="Calibri" panose="020F0502020204030204"/>
                <a:ea typeface="Calibri" panose="020F0502020204030204"/>
                <a:cs typeface="Calibri" panose="020F0502020204030204"/>
              </a:rPr>
              <a:t>:</a:t>
            </a:r>
          </a:p>
          <a:p>
            <a:pPr>
              <a:spcBef>
                <a:spcPts val="1000"/>
              </a:spcBef>
            </a:pPr>
            <a:r>
              <a:rPr lang="ru-RU" sz="2200">
                <a:latin typeface="Calibri" panose="020F0502020204030204"/>
                <a:ea typeface="Calibri" panose="020F0502020204030204"/>
                <a:cs typeface="Calibri" panose="020F0502020204030204"/>
              </a:rPr>
              <a:t>Разработать программу, которая закрепит </a:t>
            </a:r>
            <a:r>
              <a:rPr lang="ru-RU" sz="2200" b="0" i="0" u="none" strike="noStrike">
                <a:latin typeface="Calibri" panose="020F0502020204030204"/>
                <a:ea typeface="Calibri" panose="020F0502020204030204"/>
                <a:cs typeface="Calibri" panose="020F0502020204030204"/>
              </a:rPr>
              <a:t>навыки работы с основными конструкциями языка </a:t>
            </a:r>
            <a:r>
              <a:rPr lang="en-US" sz="2200" b="0" i="0" u="none" strike="noStrike">
                <a:latin typeface="Calibri" panose="020F0502020204030204"/>
                <a:ea typeface="Calibri" panose="020F0502020204030204"/>
                <a:cs typeface="Calibri" panose="020F0502020204030204"/>
              </a:rPr>
              <a:t>Python </a:t>
            </a:r>
            <a:r>
              <a:rPr lang="ru-RU" sz="2200" b="0" i="0" u="none" strike="noStrike">
                <a:latin typeface="Calibri" panose="020F0502020204030204"/>
                <a:ea typeface="Calibri" panose="020F0502020204030204"/>
                <a:cs typeface="Calibri" panose="020F0502020204030204"/>
              </a:rPr>
              <a:t>и даст возможность проведение безопасному и бесплатному досугу без финансовых рисков прямо в консоли</a:t>
            </a:r>
            <a:endParaRPr lang="en-US" sz="2200"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азвание 1"/>
          <p:cNvSpPr>
            <a:spLocks noGrp="1" noEditPoints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latin typeface="Calibri" panose="020F0502020204030204"/>
                <a:ea typeface="Calibri" panose="020F0502020204030204"/>
                <a:cs typeface="Calibri" panose="020F0502020204030204"/>
              </a:rPr>
              <a:t>Use Case диаграмма</a:t>
            </a:r>
          </a:p>
        </p:txBody>
      </p:sp>
      <p:sp>
        <p:nvSpPr>
          <p:cNvPr id="3" name="Заполнитель контента 2"/>
          <p:cNvSpPr>
            <a:spLocks noGrp="1" noEditPoints="1"/>
          </p:cNvSpPr>
          <p:nvPr>
            <p:ph idx="1"/>
          </p:nvPr>
        </p:nvSpPr>
        <p:spPr>
          <a:xfrm>
            <a:off x="1266301" y="1690688"/>
            <a:ext cx="3565264" cy="4594768"/>
          </a:xfrm>
        </p:spPr>
        <p:txBody>
          <a:bodyPr/>
          <a:lstStyle/>
          <a:p>
            <a:pPr marL="0" indent="0">
              <a:buNone/>
            </a:pPr>
            <a:r>
              <a:rPr lang="en-US" sz="2200" b="0" i="0" u="none" strike="noStrike">
                <a:latin typeface="Calibri" panose="020F0502020204030204"/>
                <a:ea typeface="Calibri" panose="020F0502020204030204"/>
                <a:cs typeface="Calibri" panose="020F0502020204030204"/>
              </a:rPr>
              <a:t>Диаграмма наглядно демонстрирует, что вся функциональность приложения ориентирована на удобство игрока, а ключевые игровые алгоритмы (ход дилера, подсчёт очков, проверка перебора) скрыты от пользователя и реализованы в программном коде.</a:t>
            </a:r>
            <a:endParaRPr sz="2200"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pic>
        <p:nvPicPr>
          <p:cNvPr id="4" name="Изображение 3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5857813" y="608201"/>
            <a:ext cx="4992177" cy="592501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азвание 1"/>
          <p:cNvSpPr>
            <a:spLocks noGrp="1" noEditPoints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latin typeface="Calibri" panose="020F0502020204030204"/>
                <a:ea typeface="Calibri" panose="020F0502020204030204"/>
                <a:cs typeface="Calibri" panose="020F0502020204030204"/>
              </a:rPr>
              <a:t> Блок-схема алгоритма</a:t>
            </a:r>
          </a:p>
        </p:txBody>
      </p:sp>
      <p:sp>
        <p:nvSpPr>
          <p:cNvPr id="3" name="Заполнитель контента 2"/>
          <p:cNvSpPr>
            <a:spLocks noGrp="1" noEditPoints="1"/>
          </p:cNvSpPr>
          <p:nvPr>
            <p:ph idx="1"/>
          </p:nvPr>
        </p:nvSpPr>
        <p:spPr>
          <a:xfrm>
            <a:off x="1560095" y="1690689"/>
            <a:ext cx="3842270" cy="4351338"/>
          </a:xfrm>
        </p:spPr>
        <p:txBody>
          <a:bodyPr/>
          <a:lstStyle/>
          <a:p>
            <a:pPr marL="0" indent="0">
              <a:buNone/>
            </a:pPr>
            <a:r>
              <a:rPr lang="ru-RU" sz="22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Блок-схема наглядно показывает ветвления (условия перебора, ход дилера) и циклы (добор карт дилером), обеспечивающие корректную реализацию правил игры</a:t>
            </a:r>
            <a:endParaRPr sz="2200"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pic>
        <p:nvPicPr>
          <p:cNvPr id="4" name="Изображение 3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6430327" y="281203"/>
            <a:ext cx="5433875" cy="651384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азвание 1"/>
          <p:cNvSpPr>
            <a:spLocks noGrp="1" noEditPoints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latin typeface="Calibri" panose="020F0502020204030204"/>
                <a:ea typeface="Calibri" panose="020F0502020204030204"/>
                <a:cs typeface="Calibri" panose="020F0502020204030204"/>
              </a:rPr>
              <a:t> Внешний вид программы</a:t>
            </a:r>
          </a:p>
        </p:txBody>
      </p:sp>
      <p:sp>
        <p:nvSpPr>
          <p:cNvPr id="3" name="Заполнитель контента 2"/>
          <p:cNvSpPr>
            <a:spLocks noGrp="1" noEditPoints="1"/>
          </p:cNvSpPr>
          <p:nvPr>
            <p:ph idx="1"/>
          </p:nvPr>
        </p:nvSpPr>
        <p:spPr>
          <a:xfrm>
            <a:off x="838200" y="4330293"/>
            <a:ext cx="2809794" cy="783834"/>
          </a:xfrm>
        </p:spPr>
        <p:txBody>
          <a:bodyPr/>
          <a:lstStyle/>
          <a:p>
            <a:pPr marL="0" indent="0">
              <a:buNone/>
            </a:pPr>
            <a:r>
              <a:rPr sz="2400" u="none">
                <a:latin typeface="Calibri" panose="020F0502020204030204"/>
                <a:ea typeface="Calibri" panose="020F0502020204030204"/>
                <a:cs typeface="Calibri" panose="020F0502020204030204"/>
              </a:rPr>
              <a:t>Стартовое окно (StartWindow)</a:t>
            </a:r>
          </a:p>
        </p:txBody>
      </p:sp>
      <p:pic>
        <p:nvPicPr>
          <p:cNvPr id="6" name="Изображение 5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653529" y="1570316"/>
            <a:ext cx="3235657" cy="2354350"/>
          </a:xfrm>
          <a:prstGeom prst="rect">
            <a:avLst/>
          </a:prstGeom>
        </p:spPr>
      </p:pic>
      <p:pic>
        <p:nvPicPr>
          <p:cNvPr id="7" name="Изображение 6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401228" y="2753958"/>
            <a:ext cx="3563029" cy="3152669"/>
          </a:xfrm>
          <a:prstGeom prst="rect">
            <a:avLst/>
          </a:prstGeom>
        </p:spPr>
      </p:pic>
      <p:pic>
        <p:nvPicPr>
          <p:cNvPr id="8" name="Изображение 7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363246" y="1401614"/>
            <a:ext cx="3235657" cy="2659592"/>
          </a:xfrm>
          <a:prstGeom prst="rect">
            <a:avLst/>
          </a:prstGeom>
        </p:spPr>
      </p:pic>
      <p:sp>
        <p:nvSpPr>
          <p:cNvPr id="9" name="Текст. поле 8"/>
          <p:cNvSpPr txBox="1"/>
          <p:nvPr/>
        </p:nvSpPr>
        <p:spPr>
          <a:xfrm flipH="1">
            <a:off x="5136755" y="1401614"/>
            <a:ext cx="2506095" cy="1190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0" i="0" u="none" strike="noStrike">
                <a:latin typeface="Calibri" panose="020F0502020204030204"/>
                <a:ea typeface="Calibri" panose="020F0502020204030204"/>
                <a:cs typeface="Calibri" panose="020F0502020204030204"/>
              </a:rPr>
              <a:t>Главное игровое окно (GameWindow)</a:t>
            </a:r>
            <a:endParaRPr lang="en-US" sz="2400"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0" name="Текст. поле 9"/>
          <p:cNvSpPr txBox="1"/>
          <p:nvPr/>
        </p:nvSpPr>
        <p:spPr>
          <a:xfrm>
            <a:off x="8960728" y="4330293"/>
            <a:ext cx="1897073" cy="8243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0" i="0" u="none" strike="noStrike">
                <a:latin typeface="Calibri" panose="020F0502020204030204"/>
                <a:ea typeface="Calibri" panose="020F0502020204030204"/>
                <a:cs typeface="Calibri" panose="020F0502020204030204"/>
              </a:rPr>
              <a:t>Окно правил (show_rules)</a:t>
            </a:r>
            <a:endParaRPr lang="en-US" sz="2400"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1" name="Прямоугольник со скругленными углами 10"/>
          <p:cNvSpPr/>
          <p:nvPr/>
        </p:nvSpPr>
        <p:spPr>
          <a:xfrm>
            <a:off x="4948337" y="1393425"/>
            <a:ext cx="2585390" cy="1198297"/>
          </a:xfrm>
          <a:prstGeom prst="round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Прямоугольник со скругленными углами 11"/>
          <p:cNvSpPr/>
          <p:nvPr/>
        </p:nvSpPr>
        <p:spPr>
          <a:xfrm>
            <a:off x="776457" y="4264215"/>
            <a:ext cx="2409113" cy="1007295"/>
          </a:xfrm>
          <a:prstGeom prst="round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Прямоугольник со скругленными углами 13"/>
          <p:cNvSpPr/>
          <p:nvPr/>
        </p:nvSpPr>
        <p:spPr>
          <a:xfrm>
            <a:off x="8658540" y="4297792"/>
            <a:ext cx="2476266" cy="973718"/>
          </a:xfrm>
          <a:prstGeom prst="round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азвание 1"/>
          <p:cNvSpPr>
            <a:spLocks noGrp="1" noEditPoints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latin typeface="Calibri" panose="020F0502020204030204"/>
                <a:ea typeface="Calibri" panose="020F0502020204030204"/>
                <a:cs typeface="Calibri" panose="020F0502020204030204"/>
              </a:rPr>
              <a:t>Пример работы и логирование</a:t>
            </a:r>
          </a:p>
        </p:txBody>
      </p:sp>
      <p:sp>
        <p:nvSpPr>
          <p:cNvPr id="3" name="Заполнитель контента 2"/>
          <p:cNvSpPr>
            <a:spLocks noGrp="1" noEditPoints="1"/>
          </p:cNvSpPr>
          <p:nvPr>
            <p:ph idx="1"/>
          </p:nvPr>
        </p:nvSpPr>
        <p:spPr>
          <a:xfrm>
            <a:off x="838200" y="1470633"/>
            <a:ext cx="4387316" cy="440111"/>
          </a:xfrm>
        </p:spPr>
        <p:txBody>
          <a:bodyPr/>
          <a:lstStyle/>
          <a:p>
            <a:pPr marL="0" indent="0">
              <a:buNone/>
            </a:pPr>
            <a:r>
              <a:rPr sz="2200"/>
              <a:t>Демонстрация работы программы</a:t>
            </a:r>
          </a:p>
          <a:p>
            <a:pPr marL="0" indent="0">
              <a:buNone/>
            </a:pPr>
            <a:r>
              <a:rPr sz="2200"/>
              <a:t>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азвание 1"/>
          <p:cNvSpPr>
            <a:spLocks noGrp="1" noEditPoints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latin typeface="Calibri" panose="020F0502020204030204"/>
                <a:ea typeface="Calibri" panose="020F0502020204030204"/>
                <a:cs typeface="Calibri" panose="020F0502020204030204"/>
              </a:rPr>
              <a:t>Пример работы и логирование</a:t>
            </a:r>
          </a:p>
        </p:txBody>
      </p:sp>
      <p:sp>
        <p:nvSpPr>
          <p:cNvPr id="3" name="Заполнитель контента 2"/>
          <p:cNvSpPr>
            <a:spLocks noGrp="1" noEditPoints="1"/>
          </p:cNvSpPr>
          <p:nvPr>
            <p:ph idx="1"/>
          </p:nvPr>
        </p:nvSpPr>
        <p:spPr>
          <a:xfrm>
            <a:off x="838200" y="1432951"/>
            <a:ext cx="4340018" cy="515474"/>
          </a:xfrm>
        </p:spPr>
        <p:txBody>
          <a:bodyPr/>
          <a:lstStyle/>
          <a:p>
            <a:pPr marL="0" indent="0">
              <a:buNone/>
            </a:pPr>
            <a:r>
              <a:rPr sz="2400"/>
              <a:t>Содержимое файла лога</a:t>
            </a:r>
          </a:p>
        </p:txBody>
      </p:sp>
      <p:pic>
        <p:nvPicPr>
          <p:cNvPr id="4" name="Изображение 3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884989" y="1948425"/>
            <a:ext cx="8586461" cy="434131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азвание 1"/>
          <p:cNvSpPr>
            <a:spLocks noGrp="1" noEditPoints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latin typeface="Calibri" panose="020F0502020204030204"/>
                <a:ea typeface="Calibri" panose="020F0502020204030204"/>
                <a:cs typeface="Calibri" panose="020F0502020204030204"/>
              </a:rPr>
              <a:t>Заключение</a:t>
            </a:r>
          </a:p>
        </p:txBody>
      </p:sp>
      <p:sp>
        <p:nvSpPr>
          <p:cNvPr id="3" name="Заполнитель контента 2"/>
          <p:cNvSpPr>
            <a:spLocks noGrp="1" noEditPoints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sz="2000"/>
              <a:t>Разработана полноценная карточная игра «21 очко» (BlackJack) на Python с графическим интерфейсом (библиотека tkinter).</a:t>
            </a:r>
          </a:p>
          <a:p>
            <a:pPr marL="457200" indent="-457200">
              <a:buFont typeface="+mj-lt"/>
              <a:buAutoNum type="arabicPeriod"/>
            </a:pPr>
            <a:r>
              <a:rPr sz="2000"/>
              <a:t>Реализованы все ключевые функции: генерация и перемешивание колоды, раздача карт, подсчёт очков, логика ходов игрока и автоматического добора дилера, определение победителя.</a:t>
            </a:r>
          </a:p>
          <a:p>
            <a:pPr marL="457200" indent="-457200">
              <a:buFont typeface="+mj-lt"/>
              <a:buAutoNum type="arabicPeriod"/>
            </a:pPr>
            <a:r>
              <a:rPr sz="2000"/>
              <a:t>Создан интуитивно понятный интерфейс с русскоязычными элементами, кнопками управления и окном правил.</a:t>
            </a:r>
          </a:p>
          <a:p>
            <a:pPr marL="457200" indent="-457200">
              <a:buFont typeface="+mj-lt"/>
              <a:buAutoNum type="arabicPeriod"/>
            </a:pPr>
            <a:r>
              <a:rPr sz="2000"/>
              <a:t>Обеспечено автоматическое логирование игровых событий в структурированный JSON-файл.</a:t>
            </a:r>
          </a:p>
          <a:p>
            <a:pPr marL="457200" indent="-457200">
              <a:buFont typeface="+mj-lt"/>
              <a:buAutoNum type="arabicPeriod"/>
            </a:pPr>
            <a:r>
              <a:rPr sz="2000"/>
              <a:t>Закреплены практические навыки объектно-ориентированного программирования, обработки событий и работы с файловой системой.</a:t>
            </a:r>
          </a:p>
          <a:p>
            <a:pPr marL="457200" indent="-457200">
              <a:buFont typeface="+mj-lt"/>
              <a:buAutoNum type="arabicPeriod"/>
            </a:pPr>
            <a:r>
              <a:rPr sz="2000"/>
              <a:t>Все поставленные цели достигнуты, программа работает стабильно и готова к использованию в учебных целях.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По умолчанию">
  <a:themeElements>
    <a:clrScheme name="Офис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Офисная">
      <a:majorFont>
        <a:latin typeface="Calibri Light" panose="020F0302020204030204"/>
        <a:ea typeface=""/>
        <a:cs typeface=""/>
        <a:font script="Arab" typeface="Times New Roman"/>
        <a:font script="Armn" typeface="Arial"/>
        <a:font script="Beng" typeface="Vrinda"/>
        <a:font script="Bopo" typeface="Microsoft JhengHei"/>
        <a:font script="Cher" typeface="Plantagenet Cherokee"/>
        <a:font script="Deva" typeface="Mangal"/>
        <a:font script="Ethi" typeface="Nyala"/>
        <a:font script="Geor" typeface="Sylfaen"/>
        <a:font script="Gujr" typeface="Shruti"/>
        <a:font script="Guru" typeface="Raavi"/>
        <a:font script="Hang" typeface="맑은 고딕"/>
        <a:font script="Hebr" typeface="Times New Roman"/>
        <a:font script="Knda" typeface="Tunga"/>
        <a:font script="Khmr" typeface="MoolBoran"/>
        <a:font script="Laoo" typeface="DokChampa"/>
        <a:font script="Mlym" typeface="Kartika"/>
        <a:font script="Mong" typeface="Mongolian Baiti"/>
        <a:font script="Mymr" typeface="Myanmar Text"/>
        <a:font script="Orya" typeface="Kalinga"/>
        <a:font script="Sinh" typeface="Iskoola Pota"/>
        <a:font script="Syrc" typeface="Estrangelo Edessa"/>
        <a:font script="Taml" typeface="Latha"/>
        <a:font script="Telu" typeface="Gautami"/>
        <a:font script="Thaa" typeface="MV Boli"/>
        <a:font script="Thai" typeface="Angsana New"/>
        <a:font script="Tibt" typeface="Microsoft Himalaya"/>
        <a:font script="Cans" typeface="Euphemia"/>
        <a:font script="Yiii" typeface="Microsoft Yi Baiti"/>
        <a:font script="Osma" typeface="Ebrima"/>
        <a:font script="Tale" typeface="Microsoft Tai Le"/>
        <a:font script="Bugi" typeface="Leelawadee UI"/>
        <a:font script="Talu" typeface="Microsoft New Tai Lue"/>
        <a:font script="Tfng" typeface="Ebrima"/>
        <a:font script="Hans" typeface="等线 Light"/>
        <a:font script="Hant" typeface="新細明體"/>
        <a:font script="Java" typeface="Javanese Text"/>
        <a:font script="Nkoo" typeface="Ebrima"/>
        <a:font script="Phag" typeface="Phagspa"/>
        <a:font script="Syre" typeface="Estrangelo Edessa"/>
        <a:font script="Syrj" typeface="Estrangelo Edessa"/>
        <a:font script="Syrn" typeface="Estrangelo Edessa"/>
        <a:font script="Jpan" typeface="游ゴシック Light"/>
        <a:font script="Olck" typeface="Nirmala UI"/>
        <a:font script="Lisu" typeface="Segoe UI"/>
        <a:font script="Sora" typeface="Nirmala UI"/>
      </a:majorFont>
      <a:minorFont>
        <a:latin typeface="Calibri" panose="020F0502020204030204"/>
        <a:ea typeface=""/>
        <a:cs typeface=""/>
        <a:font script="Arab" typeface="Arial"/>
        <a:font script="Armn" typeface="Arial"/>
        <a:font script="Beng" typeface="Vrinda"/>
        <a:font script="Bopo" typeface="Microsoft JhengHei"/>
        <a:font script="Cher" typeface="Plantagenet Cherokee"/>
        <a:font script="Deva" typeface="Mangal"/>
        <a:font script="Ethi" typeface="Nyala"/>
        <a:font script="Geor" typeface="Sylfaen"/>
        <a:font script="Gujr" typeface="Shruti"/>
        <a:font script="Guru" typeface="Raavi"/>
        <a:font script="Hang" typeface="맑은 고딕"/>
        <a:font script="Hebr" typeface="Arial"/>
        <a:font script="Knda" typeface="Tunga"/>
        <a:font script="Khmr" typeface="DaunPenh"/>
        <a:font script="Laoo" typeface="DokChampa"/>
        <a:font script="Mlym" typeface="Kartika"/>
        <a:font script="Mong" typeface="Mongolian Baiti"/>
        <a:font script="Mymr" typeface="Myanmar Text"/>
        <a:font script="Orya" typeface="Kalinga"/>
        <a:font script="Sinh" typeface="Iskoola Pota"/>
        <a:font script="Syrc" typeface="Estrangelo Edessa"/>
        <a:font script="Taml" typeface="Latha"/>
        <a:font script="Telu" typeface="Gautami"/>
        <a:font script="Thaa" typeface="MV Boli"/>
        <a:font script="Thai" typeface="Cordia New"/>
        <a:font script="Tibt" typeface="Microsoft Himalaya"/>
        <a:font script="Cans" typeface="Euphemia"/>
        <a:font script="Yiii" typeface="Microsoft Yi Baiti"/>
        <a:font script="Osma" typeface="Ebrima"/>
        <a:font script="Tale" typeface="Microsoft Tai Le"/>
        <a:font script="Bugi" typeface="Leelawadee UI"/>
        <a:font script="Talu" typeface="Microsoft New Tai Lue"/>
        <a:font script="Tfng" typeface="Ebrima"/>
        <a:font script="Hans" typeface="等线"/>
        <a:font script="Hant" typeface="新細明體"/>
        <a:font script="Java" typeface="Javanese Text"/>
        <a:font script="Nkoo" typeface="Ebrima"/>
        <a:font script="Phag" typeface="Phagspa"/>
        <a:font script="Syre" typeface="Estrangelo Edessa"/>
        <a:font script="Syrj" typeface="Estrangelo Edessa"/>
        <a:font script="Syrn" typeface="Estrangelo Edessa"/>
        <a:font script="Jpan" typeface="游ゴシック"/>
        <a:font script="Olck" typeface="Nirmala UI"/>
        <a:font script="Lisu" typeface="Segoe UI"/>
        <a:font script="Sora" typeface="Nirmala UI"/>
      </a:minorFont>
    </a:fontScheme>
    <a:fmtScheme name="Офис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Notes Theme">
  <a:themeElements>
    <a:clrScheme name="Office Notes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Notes Them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 Notes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1"/>
        </a:gradFill>
      </a:fillStyleLst>
      <a:lnStyleLst>
        <a:ln w="9525" cap="flat" cmpd="sng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>
          <a:solidFill>
            <a:schemeClr val="phClr"/>
          </a:solidFill>
          <a:prstDash val="solid"/>
        </a:ln>
        <a:ln w="38100" cap="flat" cmpd="sng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>Mobile Systems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Maria Kozmenko (mavolmos)</dc:creator>
  <cp:lastModifiedBy>Maria Kozmenko (mavolmos)</cp:lastModifiedBy>
  <cp:revision>1</cp:revision>
  <dcterms:created xsi:type="dcterms:W3CDTF">2026-04-03T06:31:11Z</dcterms:created>
  <dcterms:modified xsi:type="dcterms:W3CDTF">2026-04-14T18:38:35Z</dcterms:modified>
</cp:coreProperties>
</file>